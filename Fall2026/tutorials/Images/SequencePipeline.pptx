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65"/>
  </p:normalViewPr>
  <p:slideViewPr>
    <p:cSldViewPr snapToGrid="0">
      <p:cViewPr varScale="1">
        <p:scale>
          <a:sx n="85" d="100"/>
          <a:sy n="85" d="100"/>
        </p:scale>
        <p:origin x="76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7724-F4CF-C379-402C-381E76BB6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DF7F6-792D-EB1E-C0FB-0B705BCAE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18C31-0A28-18CF-1A22-66F63ECD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8DA3D-25B8-F351-A542-CE0D217D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D63AD-0D28-AC48-8F31-8D3D4D0E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84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B99E-D9BD-091C-58A3-550B93D4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D6870-EFA5-F75F-C802-9DAD972A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D3F3-96DB-A475-1E8D-731D4CDD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278B8-5EBB-6525-9F98-65A26DD7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B2DA-F980-1BEB-106F-29175BFB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3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F2F8-8D67-84F0-627B-31712AE22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28AD5-A9B7-97A2-23F6-AECEA3642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062A0-531E-4895-B4E9-3BC90DD6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3AB4F-9A8E-DA4B-DD80-DF9C1764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877C9-84C3-F737-1E9A-57EF607A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9A95-834A-07C2-A059-23153C8C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C8E9-3075-08C8-2CC2-76BDD2274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063F2-CAB6-3A37-9442-1676E37D4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327B0-9EF9-F2CF-4667-E9B8EC3F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92E6A-05F7-AC8F-7867-E6BE56D19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6F1D7-5621-4D49-14CB-B3674F44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3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A916-5C3B-FE21-0941-A798D7A8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D8992-1235-B555-C53A-78E70A929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8CCD-3653-05D9-1CF7-D02B10B38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06D38-B999-2D6B-317A-733DFC52F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4A9BA-B8E0-A968-C4B8-B29DB6F42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980DD-18B1-6398-FE1B-5BB1FB9F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80265-28EB-6A33-7CBA-617D0B41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81C52-B1D8-FD65-8E86-3A05C082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8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B535-8B44-CF49-3F98-2855CDF1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9B00B9-7E27-D938-FFC4-54791E8C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15A4B-DBEC-9A21-D4EB-634B9A2F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0F549-36DC-B241-0649-41C7EC1B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0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1636C7-65B0-3ADF-1736-BC784788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60FB7-2E46-C406-9E9B-05FCD38A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6D7C0-D81A-044A-25A3-0E6125F6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3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4910-D145-E5B2-90B9-EC21EEFB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EFE40-9A02-9E37-AA61-0AFE5F6C9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0BD3D-D780-165F-8A7E-0F4B8B8AC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8964B-9B94-3B44-7DDD-AE7E6C65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61E0-6869-F853-D7DC-0CB005F0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64852-364B-74E8-24FC-7E2DEB7C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3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A757-D1FE-BB80-202B-093FF50B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7330F-EFD3-AB47-31F8-11E32318A3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13D1E-B112-D495-D5A3-555478CC5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E1F6A-E05F-E24D-1146-B02EF89E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19803-3C81-132E-177A-F4D3DDEF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6FCB8-A1BD-EABA-4422-DBD26E67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8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DA15-01F9-068F-2EA4-6CE797FF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C2CFD-83F7-9887-4CB3-40B510AE8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B584B-BA40-7714-4D82-FF64B247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8CBC-C23A-40C9-B2EC-C7C914AE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BA65-8604-6A5F-E2C3-2C915AAA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5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BA19C-D894-316B-FBD5-758725691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764EC-BC2E-B26C-B6DC-788674D54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5764F-0783-EEDE-7491-C123D5A9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1D127-7C83-3C6F-B308-F2136D3F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35749-625C-90C4-BDF8-A0A57C72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252D93-F275-46F3-F0ED-FF748B69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F8CFE-9222-8A28-278F-83234E1BE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45219-6C38-33FE-9DCB-53FA98151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7A769-ABBD-0943-BB75-25680BDC09F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CD56-B496-6105-D53F-01A676F88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3261-792A-8E77-A37E-393CC3ABB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998C7-19AA-F549-A468-F9FCEDEF8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0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BFC5D2-A959-4FDB-220A-986177F2D056}"/>
              </a:ext>
            </a:extLst>
          </p:cNvPr>
          <p:cNvSpPr/>
          <p:nvPr/>
        </p:nvSpPr>
        <p:spPr>
          <a:xfrm>
            <a:off x="1638676" y="606584"/>
            <a:ext cx="2888058" cy="697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Raw Sequences (.</a:t>
            </a:r>
            <a:r>
              <a:rPr lang="en-US" b="1" dirty="0" err="1">
                <a:solidFill>
                  <a:schemeClr val="tx1"/>
                </a:solidFill>
              </a:rPr>
              <a:t>fastq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9D9F9F-BFB8-A797-7D4B-E7FDB8DCFF70}"/>
              </a:ext>
            </a:extLst>
          </p:cNvPr>
          <p:cNvSpPr/>
          <p:nvPr/>
        </p:nvSpPr>
        <p:spPr>
          <a:xfrm>
            <a:off x="1638676" y="1546635"/>
            <a:ext cx="2888058" cy="697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Quality control (</a:t>
            </a:r>
            <a:r>
              <a:rPr lang="en-US" b="1" dirty="0" err="1">
                <a:solidFill>
                  <a:schemeClr val="tx1"/>
                </a:solidFill>
              </a:rPr>
              <a:t>fastp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6064F3-0FDD-A2DB-DB2E-79A5161F20E3}"/>
              </a:ext>
            </a:extLst>
          </p:cNvPr>
          <p:cNvSpPr/>
          <p:nvPr/>
        </p:nvSpPr>
        <p:spPr>
          <a:xfrm>
            <a:off x="1638676" y="2486686"/>
            <a:ext cx="2888058" cy="697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Alignment/Mapping (bwa)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D61E295-638B-65EB-8E50-ED43DF9D3BBE}"/>
              </a:ext>
            </a:extLst>
          </p:cNvPr>
          <p:cNvSpPr/>
          <p:nvPr/>
        </p:nvSpPr>
        <p:spPr>
          <a:xfrm>
            <a:off x="1638676" y="3426737"/>
            <a:ext cx="2888058" cy="697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Mapping quality (</a:t>
            </a:r>
            <a:r>
              <a:rPr lang="en-US" b="1" dirty="0" err="1">
                <a:solidFill>
                  <a:schemeClr val="tx1"/>
                </a:solidFill>
              </a:rPr>
              <a:t>picard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213FD7-58F7-9BF9-BBBE-AD2526135197}"/>
              </a:ext>
            </a:extLst>
          </p:cNvPr>
          <p:cNvSpPr/>
          <p:nvPr/>
        </p:nvSpPr>
        <p:spPr>
          <a:xfrm>
            <a:off x="1638676" y="4366788"/>
            <a:ext cx="2888058" cy="697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Variant calling (</a:t>
            </a:r>
            <a:r>
              <a:rPr lang="en-US" b="1" dirty="0" err="1">
                <a:solidFill>
                  <a:schemeClr val="tx1"/>
                </a:solidFill>
              </a:rPr>
              <a:t>samtools</a:t>
            </a:r>
            <a:r>
              <a:rPr lang="en-US" b="1" dirty="0">
                <a:solidFill>
                  <a:schemeClr val="tx1"/>
                </a:solidFill>
              </a:rPr>
              <a:t>/</a:t>
            </a:r>
            <a:r>
              <a:rPr lang="en-US" b="1" dirty="0" err="1">
                <a:solidFill>
                  <a:schemeClr val="tx1"/>
                </a:solidFill>
              </a:rPr>
              <a:t>bcftools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D66460-BB93-5EEE-3379-A626C6EB6E42}"/>
              </a:ext>
            </a:extLst>
          </p:cNvPr>
          <p:cNvSpPr/>
          <p:nvPr/>
        </p:nvSpPr>
        <p:spPr>
          <a:xfrm>
            <a:off x="1638676" y="5306839"/>
            <a:ext cx="2888058" cy="6971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SNP filtering (</a:t>
            </a:r>
            <a:r>
              <a:rPr lang="en-US" b="1" dirty="0" err="1">
                <a:solidFill>
                  <a:schemeClr val="tx1"/>
                </a:solidFill>
              </a:rPr>
              <a:t>bcftools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6B7450-0389-BC0E-2DA6-D3CB92D68F07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082705" y="1303699"/>
            <a:ext cx="0" cy="2429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04C149-CBB5-2838-4090-287AF88C3359}"/>
              </a:ext>
            </a:extLst>
          </p:cNvPr>
          <p:cNvCxnSpPr/>
          <p:nvPr/>
        </p:nvCxnSpPr>
        <p:spPr>
          <a:xfrm>
            <a:off x="3067616" y="2243750"/>
            <a:ext cx="0" cy="2429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2D1C2C-C571-8F77-23A0-29F161C16BCD}"/>
              </a:ext>
            </a:extLst>
          </p:cNvPr>
          <p:cNvCxnSpPr/>
          <p:nvPr/>
        </p:nvCxnSpPr>
        <p:spPr>
          <a:xfrm>
            <a:off x="3067616" y="3183801"/>
            <a:ext cx="0" cy="2429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04B252-306F-A7CA-9544-D8AE85F9B259}"/>
              </a:ext>
            </a:extLst>
          </p:cNvPr>
          <p:cNvCxnSpPr/>
          <p:nvPr/>
        </p:nvCxnSpPr>
        <p:spPr>
          <a:xfrm>
            <a:off x="3067616" y="4123852"/>
            <a:ext cx="0" cy="2429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943566-19F5-FDCF-0A9E-CCA686D36517}"/>
              </a:ext>
            </a:extLst>
          </p:cNvPr>
          <p:cNvCxnSpPr/>
          <p:nvPr/>
        </p:nvCxnSpPr>
        <p:spPr>
          <a:xfrm>
            <a:off x="3061580" y="5063903"/>
            <a:ext cx="0" cy="2429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515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33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Sadler</dc:creator>
  <cp:lastModifiedBy>Daniel Sadler</cp:lastModifiedBy>
  <cp:revision>1</cp:revision>
  <dcterms:created xsi:type="dcterms:W3CDTF">2026-10-06T14:59:06Z</dcterms:created>
  <dcterms:modified xsi:type="dcterms:W3CDTF">2026-10-06T18:45:43Z</dcterms:modified>
</cp:coreProperties>
</file>